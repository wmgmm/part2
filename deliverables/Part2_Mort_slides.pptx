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E0F011-64DD-016F-B5BE-C6876AC381CC}" name="Matthew Mort" initials="MM" userId="S::mortm@cardiff.ac.uk::92d27825-b23e-4374-9ef2-fd4e99d4df8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E5F273-64ED-4E75-B875-CA6DE3B45143}" v="48" dt="2026-09-04T10:51:50.003"/>
    <p1510:client id="{AFDD21E1-3996-BD88-4C2A-ECC7EFCA69F1}" v="564" dt="2026-09-04T11:32:03.777"/>
    <p1510:client id="{CDAA0767-C3CC-143D-CF53-9B766A623F05}" v="8" dt="2026-09-04T10:22:26.2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microsoft.com/office/2015/10/relationships/revisionInfo" Target="revisionInfo.xml"/><Relationship Id="rId47" Type="http://schemas.microsoft.com/office/2018/10/relationships/authors" Target="author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FAEA8-FABF-8CE2-2834-763DB9F73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B675AE-D26D-2E27-A46F-9DB7B815C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75F02-8627-A20A-11B2-7C97F929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1514-49A6-417C-9FCB-15415C79F7BE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EC27A-CD64-5BD9-143E-5DEA67212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1E968-3008-5622-EB36-65DF8C9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C4B2-FFD3-4DC8-98EF-638017EAD0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5444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D3000-89C7-73A2-DA92-C25FF2B55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0FD20-5482-B91E-2733-910DAA37D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633AD-1D5C-A8A1-AFB4-B749663E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1514-49A6-417C-9FCB-15415C79F7BE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89DF4-E4D2-DE26-CD63-3F0AEB012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56F5-9E90-12E6-D098-71B035ED9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C4B2-FFD3-4DC8-98EF-638017EAD0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163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1AC67-85CC-0C52-0CF9-C586A7BA9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1E383-8D8D-9275-9DEE-BA36F3D27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0659C-1D3C-F8F1-3715-E83BEA660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1514-49A6-417C-9FCB-15415C79F7BE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A8799-D4EB-0AD7-94E2-0E43454C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97041-F705-C570-AF5F-D3444880B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C4B2-FFD3-4DC8-98EF-638017EAD0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046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412C5-4FFE-67DB-8D82-370A3B8DD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6B7D6-50AD-F666-42CA-B1AF3F24A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B3160-D7A4-7145-2B43-CB14730AF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EA915-863B-42F9-A060-A5BA5E65A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1514-49A6-417C-9FCB-15415C79F7BE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2B8BA-41F4-75E8-EDEF-1B2490F06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FF456-A66D-0294-FF28-ECC0C4275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C4B2-FFD3-4DC8-98EF-638017EAD0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741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3A806-4682-2E87-1FC3-831DE603E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3DAA1-EB7A-93F4-FED6-3A27A96A1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11B0E-B8AF-A183-724A-4DFA34A7A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0CAFD1-2246-4A43-6D16-FBE7438EF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AB095D-3E3B-BDD5-3331-BD3323FD43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297906-38DD-8598-B432-B6EF5771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1514-49A6-417C-9FCB-15415C79F7BE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385AC4-63DA-0BE3-1244-4C51ED842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9DD46-B4AB-58C3-572F-F9FC4E91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C4B2-FFD3-4DC8-98EF-638017EAD0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316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61EC8-AB11-0F09-33FC-054A98C58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88664-3CD0-FE85-A7B8-9761C3F1B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1514-49A6-417C-9FCB-15415C79F7BE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933C8-0F4C-148D-1C43-92B67FEF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32B4A-FE5F-EEFA-0966-D13CC930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C4B2-FFD3-4DC8-98EF-638017EAD0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886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E6339D-46A7-BFA2-D08E-D7CA4017C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1514-49A6-417C-9FCB-15415C79F7BE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A5E9E-A612-7A25-5C0C-BD39BE776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D772C-DA66-DFE1-C03D-ABC4A007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C4B2-FFD3-4DC8-98EF-638017EAD0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314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4E80D-0D8B-800B-13E1-23384BFB5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96967-2C7F-DD17-15BE-372BF716E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F7045-7F41-11BC-4477-FACE65852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B3CBB-ED32-4270-BA06-42B315B26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1514-49A6-417C-9FCB-15415C79F7BE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D29AB-8433-B7CC-E0C8-7C0554222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604A4-C60D-3372-0C14-51879EE20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C4B2-FFD3-4DC8-98EF-638017EAD0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68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27294-2A99-7F2A-900A-895A77E5E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9592DA-9783-F4B1-A46B-9DA4EE06C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76471-118D-9D2A-09C1-EF3569B81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A0BB5-7889-C3A6-B20E-F72A52C15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1514-49A6-417C-9FCB-15415C79F7BE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06B2C-D72E-BB6D-0512-92AA682D4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9ADF1-E6AC-F15B-FE03-5F5FAFB3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C4B2-FFD3-4DC8-98EF-638017EAD0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172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F4E78-2B3C-75FE-8A21-C85F4066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AC626-6B0E-86FE-D845-CDB4E24FA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DFD71-CC94-83C8-7ED6-0DF21D642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1514-49A6-417C-9FCB-15415C79F7BE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E7DF3-A96A-8CD6-D74A-D359F470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249F6-3BA2-D6A5-96F1-CFE5F515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C4B2-FFD3-4DC8-98EF-638017EAD0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900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DE1B39-1D33-B5B5-71C2-A9C2CB9F6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B9C3B-41FF-BE80-E85C-814E3FC2A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23C01-05A3-E671-7557-1076C2706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61514-49A6-417C-9FCB-15415C79F7BE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FB24B-19BE-6C96-9522-E09BFFC15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3DED9-E224-9989-5920-2C26E618D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C4B2-FFD3-4DC8-98EF-638017EAD0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8880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203C42-3404-F094-B16B-1E46CCA0E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752C3-4EF0-4168-70AA-C74FC3789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BA597-FB06-205E-8250-28DF1377EE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861514-49A6-417C-9FCB-15415C79F7BE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9BB45-26EC-9E34-D20F-F7AD35C10C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0D2D8-37A3-4DC8-482C-AA4086194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8C4B2-FFD3-4DC8-98EF-638017EAD0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348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374904"/>
            <a:ext cx="2880360" cy="6199632"/>
          </a:xfrm>
          <a:prstGeom prst="roundRect">
            <a:avLst/>
          </a:prstGeom>
          <a:solidFill>
            <a:srgbClr val="77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472184"/>
            <a:ext cx="214884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6704" y="365760"/>
            <a:ext cx="80101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Aptos Black"/>
              </a:rPr>
              <a:t>What a skill actually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2736" y="1911095"/>
            <a:ext cx="79461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A named, described set of instructions for one bounded job, saved as a file.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You write the method down once instead of re-explaining it every time you open a chat.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Not a Gem, not an agent. A file you attach, so it works in Copilot and Gemini alike.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Today we hand you three. You are not writing one from scratch in fifteen minutes.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170" y="5938829"/>
            <a:ext cx="877900" cy="829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374904"/>
            <a:ext cx="2880360" cy="6199632"/>
          </a:xfrm>
          <a:prstGeom prst="roundRect">
            <a:avLst/>
          </a:prstGeom>
          <a:solidFill>
            <a:srgbClr val="77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472184"/>
            <a:ext cx="214884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6704" y="365760"/>
            <a:ext cx="80101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Aptos Black"/>
              </a:rPr>
              <a:t>Read it before you 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2736" y="1911095"/>
            <a:ext cx="79461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Open the file first. Front matter, who it is, when to use it, how to do it, what to hand back.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That legibility is the whole argument: you can audit it, and a colleague can improve it.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It also does not leave the organisation when the person who wrote it does.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Every rule in a good skill says which failure it prevents.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170" y="5938829"/>
            <a:ext cx="877900" cy="8291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374904"/>
            <a:ext cx="2880360" cy="6199632"/>
          </a:xfrm>
          <a:prstGeom prst="roundRect">
            <a:avLst/>
          </a:prstGeom>
          <a:solidFill>
            <a:srgbClr val="77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472184"/>
            <a:ext cx="214884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6704" y="365760"/>
            <a:ext cx="80101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Aptos Black"/>
              </a:rPr>
              <a:t>Build the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2736" y="1911095"/>
            <a:ext cx="79461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Attach two files, the training skill and the sustainability plan, then one short instruction.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Watch what it does first: it names what it found and what it is building from.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A tool that quietly falls back on general knowledge produces training that only looks sourced.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Objectives you can observe. It will refuse “understand” and tell you why.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170" y="5938829"/>
            <a:ext cx="877900" cy="8291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374904"/>
            <a:ext cx="2880360" cy="6199632"/>
          </a:xfrm>
          <a:prstGeom prst="roundRect">
            <a:avLst/>
          </a:prstGeom>
          <a:solidFill>
            <a:srgbClr val="77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472184"/>
            <a:ext cx="214884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6704" y="365760"/>
            <a:ext cx="80101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Aptos Black"/>
              </a:rPr>
              <a:t>The gap note is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2736" y="1911095"/>
            <a:ext cx="79461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The skill must list everywhere the plan was silent and it left something for a person to fill.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Most commitments have no date, no number and no named owner, so it writes NONE STATED.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That is not the tool failing. A ten-year strategy defers annual targets to the plan underneath it.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It is a list of questions worth putting to whoever owns the policy.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170" y="5938829"/>
            <a:ext cx="877900" cy="8291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374904"/>
            <a:ext cx="2880360" cy="6199632"/>
          </a:xfrm>
          <a:prstGeom prst="roundRect">
            <a:avLst/>
          </a:prstGeom>
          <a:solidFill>
            <a:srgbClr val="77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472184"/>
            <a:ext cx="214884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6704" y="365760"/>
            <a:ext cx="80101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Aptos Black"/>
              </a:rPr>
              <a:t>Two skills, one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2736" y="1911095"/>
            <a:ext cx="79461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Add the house style skill alongside. Voice rules V1 to V6, design rules D1 to D5.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They do not fight: one governs what goes in, the other how it reads and how it looks.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Every edit comes back in a change log naming the rule it came from.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Silent improvement gives you a better draft and no way to review it.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170" y="5938829"/>
            <a:ext cx="877900" cy="829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374904"/>
            <a:ext cx="2880360" cy="6199632"/>
          </a:xfrm>
          <a:prstGeom prst="roundRect">
            <a:avLst/>
          </a:prstGeom>
          <a:solidFill>
            <a:srgbClr val="77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472184"/>
            <a:ext cx="214884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FFFFF"/>
                </a:solidFill>
              </a:rPr>
              <a:t>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6704" y="365760"/>
            <a:ext cx="80101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Aptos Black"/>
              </a:rPr>
              <a:t>Then make the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2736" y="1911095"/>
            <a:ext cx="79461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Gemini Notebook, two sources: the plan and your finished training module.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Studio, Slide Deck, and tell it to follow the module and add nothing that is not in it.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One generation each. Google publishes no limit for this and it is probably about three a day.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Trace a line on a slide back to the module, to its citation, to the PDF. Three steps.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170" y="5938829"/>
            <a:ext cx="877900" cy="8291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374904"/>
            <a:ext cx="2880360" cy="6199632"/>
          </a:xfrm>
          <a:prstGeom prst="roundRect">
            <a:avLst/>
          </a:prstGeom>
          <a:solidFill>
            <a:srgbClr val="77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472184"/>
            <a:ext cx="214884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FFFFF"/>
                </a:solidFill>
              </a:rPr>
              <a:t>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6704" y="365760"/>
            <a:ext cx="80101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Aptos Black"/>
              </a:rPr>
              <a:t>Running it on your own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2736" y="1911095"/>
            <a:ext cx="79461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The same kind of model, no cloud, nothing leaving the laptop.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What you gain: confidential data stays put, no monthly quota, no subscription.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What it costs: your own hardware, and a smaller model than the ones you used all morning.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Demo only today. Nothing to install in the room.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170" y="5938829"/>
            <a:ext cx="877900" cy="8291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374904"/>
            <a:ext cx="2880360" cy="6199632"/>
          </a:xfrm>
          <a:prstGeom prst="roundRect">
            <a:avLst/>
          </a:prstGeom>
          <a:solidFill>
            <a:srgbClr val="77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472184"/>
            <a:ext cx="214884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6704" y="365760"/>
            <a:ext cx="80101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Aptos Black"/>
              </a:rPr>
              <a:t>Check it before it goes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2736" y="1911095"/>
            <a:ext cx="79461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The third skill verifies and does not rewrite. It hands back a ledger and leaves the fixing to you.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Every claim gets a verdict, and the interesting ones are not the failures.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SUPPORTED WITH CAVEAT and PARTIAL mean true, but you went further than the source did.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This morning that job was a 7,000-character prompt. Now it is a file anyone can run.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170" y="5938829"/>
            <a:ext cx="877900" cy="8291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374904"/>
            <a:ext cx="2880360" cy="6199632"/>
          </a:xfrm>
          <a:prstGeom prst="roundRect">
            <a:avLst/>
          </a:prstGeom>
          <a:solidFill>
            <a:srgbClr val="77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472184"/>
            <a:ext cx="214884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6704" y="365760"/>
            <a:ext cx="80101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Aptos Black"/>
              </a:rPr>
              <a:t>Experiments to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2736" y="1911095"/>
            <a:ext cx="79461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Jisc calls where most teams sit stage two: experimenting and exploring.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Stage three is operational: training people, developing workflows, putting support around them.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A prompt scales to one person. A file scales to a process.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Even with identical files, different people supply different inputs and apply different checks.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170" y="5938829"/>
            <a:ext cx="877900" cy="8291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374904"/>
            <a:ext cx="2880360" cy="6199632"/>
          </a:xfrm>
          <a:prstGeom prst="roundRect">
            <a:avLst/>
          </a:prstGeom>
          <a:solidFill>
            <a:srgbClr val="77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472184"/>
            <a:ext cx="2148840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6704" y="365760"/>
            <a:ext cx="80101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Aptos Black"/>
              </a:rPr>
              <a:t>Give it a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2736" y="1911095"/>
            <a:ext cx="79461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The skills and the workflow record go where the work happens, not in your downloads folder.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One line saying which step of which process. One line naming who owns it.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Log changes the way you would log a change to any other procedure.</a:t>
            </a:r>
          </a:p>
          <a:p>
            <a:pPr>
              <a:spcAft>
                <a:spcPts val="1400"/>
              </a:spcAft>
            </a:pPr>
            <a:r>
              <a:rPr sz="2000">
                <a:latin typeface="Aptos"/>
              </a:rPr>
              <a:t>The AI does the repeatable part. A person still makes and owns the decision.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170" y="5938829"/>
            <a:ext cx="877900" cy="8291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5F415C9D8814FBFD6C6CF426A5677" ma:contentTypeVersion="15" ma:contentTypeDescription="Create a new document." ma:contentTypeScope="" ma:versionID="ff7db7bd46e14be8243a4643632998bf">
  <xsd:schema xmlns:xsd="http://www.w3.org/2001/XMLSchema" xmlns:xs="http://www.w3.org/2001/XMLSchema" xmlns:p="http://schemas.microsoft.com/office/2006/metadata/properties" xmlns:ns3="4a133397-0785-4830-af87-76ce322ddc5f" xmlns:ns4="3942fc58-04f6-45b2-9ade-9f5e1804637e" targetNamespace="http://schemas.microsoft.com/office/2006/metadata/properties" ma:root="true" ma:fieldsID="92a827c157de69c48cce3766f5d65ada" ns3:_="" ns4:_="">
    <xsd:import namespace="4a133397-0785-4830-af87-76ce322ddc5f"/>
    <xsd:import namespace="3942fc58-04f6-45b2-9ade-9f5e1804637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133397-0785-4830-af87-76ce322ddc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2fc58-04f6-45b2-9ade-9f5e1804637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a133397-0785-4830-af87-76ce322ddc5f" xsi:nil="true"/>
  </documentManagement>
</p:properties>
</file>

<file path=customXml/itemProps1.xml><?xml version="1.0" encoding="utf-8"?>
<ds:datastoreItem xmlns:ds="http://schemas.openxmlformats.org/officeDocument/2006/customXml" ds:itemID="{91BB96BA-41CE-4074-BC56-EECE5E807B2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689E83-B6A6-48A3-AF8E-7687AD248CC1}">
  <ds:schemaRefs>
    <ds:schemaRef ds:uri="3942fc58-04f6-45b2-9ade-9f5e1804637e"/>
    <ds:schemaRef ds:uri="4a133397-0785-4830-af87-76ce322ddc5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8317D6A-15BA-4321-B980-46A01025C1B0}">
  <ds:schemaRefs>
    <ds:schemaRef ds:uri="3942fc58-04f6-45b2-9ade-9f5e1804637e"/>
    <ds:schemaRef ds:uri="4a133397-0785-4830-af87-76ce322ddc5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bdb74b30-9568-4856-bdbf-06759778fcbc}" enabled="0" method="" siteId="{bdb74b30-9568-4856-bdbf-06759778fcb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AI in the Workplace</vt:lpstr>
      <vt:lpstr>Tools and Teams</vt:lpstr>
      <vt:lpstr>Staying safe</vt:lpstr>
      <vt:lpstr>Responsible AI</vt:lpstr>
      <vt:lpstr>Community – end?</vt:lpstr>
      <vt:lpstr>Mix and Match</vt:lpstr>
      <vt:lpstr>Deep research</vt:lpstr>
      <vt:lpstr>brief</vt:lpstr>
      <vt:lpstr>Deep research</vt:lpstr>
      <vt:lpstr>Deep research</vt:lpstr>
      <vt:lpstr>Deep research</vt:lpstr>
      <vt:lpstr>Deep research</vt:lpstr>
      <vt:lpstr>Deep research</vt:lpstr>
      <vt:lpstr>Deep research</vt:lpstr>
      <vt:lpstr>Deep research</vt:lpstr>
      <vt:lpstr>Copilot top and tail</vt:lpstr>
      <vt:lpstr>Reverse engineer anything, starting with images....</vt:lpstr>
      <vt:lpstr>Images: Style guide</vt:lpstr>
      <vt:lpstr>Images: Accessibility Audit</vt:lpstr>
      <vt:lpstr>Images: Nouns and negatives</vt:lpstr>
      <vt:lpstr>Canvas</vt:lpstr>
      <vt:lpstr>Canvas</vt:lpstr>
      <vt:lpstr>PowerPoint Presentation</vt:lpstr>
      <vt:lpstr>Canvas</vt:lpstr>
      <vt:lpstr>MORT FROM HERE</vt:lpstr>
      <vt:lpstr>Gemini notebook</vt:lpstr>
      <vt:lpstr>Morts Local bits</vt:lpstr>
      <vt:lpstr>Experiments to workflows follows. Needs a Mort review.</vt:lpstr>
      <vt:lpstr>PowerPoint Presentation</vt:lpstr>
      <vt:lpstr>Think Workflow not Prompt</vt:lpstr>
      <vt:lpstr>Think Workflow not Prompt</vt:lpstr>
      <vt:lpstr>Think Workflow not Prompt</vt:lpstr>
      <vt:lpstr>Think Workflow not Prompt</vt:lpstr>
      <vt:lpstr>Think Workflow not Prompt</vt:lpstr>
      <vt:lpstr>Avoid gaming behaviour</vt:lpstr>
      <vt:lpstr>Is the task within AI capabilities?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Hayden</dc:creator>
  <cp:revision>2</cp:revision>
  <dcterms:created xsi:type="dcterms:W3CDTF">2026-09-02T15:56:14Z</dcterms:created>
  <dcterms:modified xsi:type="dcterms:W3CDTF">2026-09-04T12:37:02Z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0x010100E565F415C9D8814FBFD6C6CF426A5677</vt:lpwstr>
  </property>
</Properties>
</file>